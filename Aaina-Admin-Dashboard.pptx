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Segoe UI"/>
              </a:rPr>
              <a:t>Aaina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BF4F3"/>
                </a:solidFill>
                <a:latin typeface="Segoe UI"/>
              </a:rPr>
              <a:t>Influencer Marketing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2456B"/>
                </a:solidFill>
                <a:latin typeface="Segoe UI"/>
              </a:rPr>
              <a:t>Admin Dashboard — Product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BF4F3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280160" cy="109728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7A1F3D"/>
                </a:solidFill>
                <a:latin typeface="Segoe U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5B62"/>
                </a:solidFill>
                <a:latin typeface="Segoe UI"/>
              </a:rPr>
              <a:t>The web console used by the Aaina team to run the marketplace.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Admin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Secure sign-in for administrators and employees.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At-a-glance KPIs: creators, active campaigns, applications and pending submissions.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Create and manage brand campaigns, budgets and status.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campa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Review creator applications and approve or reject participation.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Directory of all creators with profiles and social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Submissions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Review submitted content and approve, request revisions or reject.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sub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KYC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Verify creator identity documents before payouts.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ky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Track and process creator payouts and payment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Referrals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Monitor the referral program and commissions earned.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refer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Broadcast and manage in-app notifications to creators.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Employees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BF4F3"/>
                </a:solidFill>
                <a:latin typeface="Segoe UI"/>
              </a:rPr>
              <a:t>Manage the admin team and add new team members.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9879" y="1207008"/>
            <a:ext cx="8631936" cy="5449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1" y="12801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BF4F3"/>
                </a:solidFill>
                <a:latin typeface="Segoe UI"/>
              </a:rPr>
              <a:t>Aaina — Influencer Marketing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